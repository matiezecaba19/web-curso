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4F26"/>
    <a:srgbClr val="FBEF8F"/>
    <a:srgbClr val="F7DF1E"/>
    <a:srgbClr val="EE97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34243-FAA9-4541-BCA2-AE585D258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C0AD50-AFB6-4654-8D28-3F4C6DEAF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6869BF-E77A-4B69-BDEA-ED8E4AB47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3394F-AEF0-4DBF-A96E-D99AB5CD3CB2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E18680-0FF7-4A5D-A681-6B0830D69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173780-918C-45B7-A98F-5D4A4411B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E62AE-3A55-4A62-8902-26B32872A47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67423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7DB36-3CB7-49BB-AAE1-083E18BE6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BDE1E2-A528-48AD-9393-2BDB35099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F17BA9-B3FE-4121-93C5-E5E35BFA3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3394F-AEF0-4DBF-A96E-D99AB5CD3CB2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D43DED-1DB7-4C13-8EAE-078A0DD5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EFE2B-D899-4975-A382-D8BB134E7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E62AE-3A55-4A62-8902-26B32872A47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7302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8CD0B-C238-45A0-9046-7DBE785E9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E6FAAA-97C8-4C3A-9A8F-08BC515C8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A9542F-EC6B-4B4C-8DE2-11EA72C16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3394F-AEF0-4DBF-A96E-D99AB5CD3CB2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41BCEA-3404-4D37-9D92-2011D231D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6A599E-D267-43DB-B16E-FDEBF10FE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E62AE-3A55-4A62-8902-26B32872A47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0030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30EA5E-3903-4F3C-8470-59079E7A4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052A3F-2527-4071-9C20-07FE15562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B7F29B-67E5-4C10-B472-894E8DF80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E9DF3E-9B35-4EFA-AB80-1B6C2F610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3394F-AEF0-4DBF-A96E-D99AB5CD3CB2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8E9A2F-9F00-408D-AD9B-BE51F12AE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7F3EEC-7AEE-4C8A-AE4D-B9E3A210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E62AE-3A55-4A62-8902-26B32872A47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0004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C9386-FFF5-4FC2-8DFB-014529494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CE196F-AE7A-420C-B9BB-3158FAE01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262D5A-5CB1-4A9D-8687-8A2E4B589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7A50698-348B-438F-B38C-50A0E245C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BCF1ACE-2E5B-42F1-9E99-E9118A782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82AB6BF-A680-4FF0-B5F9-5D744CCA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3394F-AEF0-4DBF-A96E-D99AB5CD3CB2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2F45BCC-3518-4D52-95A2-177C3F153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A9A97C0-DBEF-4B1E-B407-47FBAEFFA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E62AE-3A55-4A62-8902-26B32872A47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7911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ECC0AE-E817-4021-825B-148FAD226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89916B8-C63A-49B3-914E-F52D2201F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3394F-AEF0-4DBF-A96E-D99AB5CD3CB2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E531D65-E060-491E-9070-11550197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3DC5304-B518-45F9-BEDA-90DD7866B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E62AE-3A55-4A62-8902-26B32872A47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549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DBB9ACF-A4FE-4681-8AE4-7495801FF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3394F-AEF0-4DBF-A96E-D99AB5CD3CB2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8F63875-CF14-478A-B5AE-C6C7BCB8E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6E110C-CCF8-4419-BF40-E2893B80E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E62AE-3A55-4A62-8902-26B32872A47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750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989DF-BBE8-44DC-B669-5344699E6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0334D7-0A0D-4607-8507-1077D6402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770910D-060C-458B-B5FE-6E48C461A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110C30-BDAC-4624-9174-556ECC4F3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3394F-AEF0-4DBF-A96E-D99AB5CD3CB2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F0ECF7-C1E9-479D-9B99-5C603F282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74EC38-3725-43C1-B300-7318E603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E62AE-3A55-4A62-8902-26B32872A47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99241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73BE3-3D01-470A-8B90-81D5F847E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C0B823E-70A6-4C24-ABE8-C240EE1C8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B12A1D2-52E4-45EF-98E9-ED2ADEDAF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DF48D9-2E07-4B6C-9B22-F85DBB504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3394F-AEF0-4DBF-A96E-D99AB5CD3CB2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22EB6D-7D85-4AAC-A54C-77E76129F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165935-1301-4065-A6D0-1F815628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E62AE-3A55-4A62-8902-26B32872A47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3164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6FC292-A771-4DAE-90F8-10685BCD3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C492342-6BE2-4462-8A13-13D7F5F58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2D6DDB-858D-4A5E-B726-8ADA2A17A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3394F-AEF0-4DBF-A96E-D99AB5CD3CB2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3F5595-A0AF-4FB2-87AF-19070EDF3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824A37-65D2-4C04-8717-7995E3C5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E62AE-3A55-4A62-8902-26B32872A47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6554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9E16262-92B1-462B-96C8-2F82029856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2BA323-25FD-4E9A-A7F8-E5A7800A5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727744-B5EE-431D-A46E-5AC51C80C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3394F-AEF0-4DBF-A96E-D99AB5CD3CB2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77FBAB-807E-4DE8-959F-C40436087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5FDA23-91B8-4CF7-A500-70FD0B12B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E62AE-3A55-4A62-8902-26B32872A47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53327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E9722"/>
            </a:gs>
            <a:gs pos="71000">
              <a:srgbClr val="F7DF1E"/>
            </a:gs>
            <a:gs pos="100000">
              <a:srgbClr val="FBEF8F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0C417E-B0FB-4039-87EE-C2011F18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56BC29-FF1E-452F-9218-69683B750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5C5939-BF02-4021-B3A1-5BE10A1AD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3394F-AEF0-4DBF-A96E-D99AB5CD3CB2}" type="datetimeFigureOut">
              <a:rPr lang="es-AR" smtClean="0"/>
              <a:t>14/9/2026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34D648-6A4B-4BE7-B0E4-877C852F8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AF0F1E-1800-4381-B5B0-7CAD7C863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E62AE-3A55-4A62-8902-26B32872A47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7671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F47E9-F1AA-4F68-8395-24768B2F5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17825"/>
            <a:ext cx="9144000" cy="1022349"/>
          </a:xfrm>
        </p:spPr>
        <p:txBody>
          <a:bodyPr>
            <a:normAutofit/>
          </a:bodyPr>
          <a:lstStyle/>
          <a:p>
            <a:r>
              <a:rPr lang="es-ES" sz="6600" b="1" dirty="0" err="1">
                <a:latin typeface="Century Gothic" panose="020B0502020202020204" pitchFamily="34" charset="0"/>
              </a:rPr>
              <a:t>InnerHtml</a:t>
            </a:r>
            <a:r>
              <a:rPr lang="es-ES" sz="6600" b="1" dirty="0">
                <a:latin typeface="Century Gothic" panose="020B0502020202020204" pitchFamily="34" charset="0"/>
              </a:rPr>
              <a:t> vs </a:t>
            </a:r>
            <a:r>
              <a:rPr lang="es-ES" sz="6600" b="1" dirty="0" err="1">
                <a:latin typeface="Century Gothic" panose="020B0502020202020204" pitchFamily="34" charset="0"/>
              </a:rPr>
              <a:t>append</a:t>
            </a:r>
            <a:endParaRPr lang="es-AR" sz="6600" b="1" dirty="0">
              <a:latin typeface="Century Gothic" panose="020B0502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E062AF-8EBC-49BD-B9C9-507C2749B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es-ES" dirty="0"/>
              <a:t>Programación Web 1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29250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85B443-2041-42DD-AA1A-3D1AA1D93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b="1" dirty="0">
                <a:latin typeface="Century Gothic" panose="020B0502020202020204" pitchFamily="34" charset="0"/>
              </a:rPr>
              <a:t>Introducción</a:t>
            </a:r>
            <a:endParaRPr lang="es-AR" sz="4000" b="1" dirty="0"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4792C30-F9B2-4EA6-92BB-17D6F59FFC88}"/>
              </a:ext>
            </a:extLst>
          </p:cNvPr>
          <p:cNvSpPr/>
          <p:nvPr/>
        </p:nvSpPr>
        <p:spPr>
          <a:xfrm>
            <a:off x="838199" y="2273766"/>
            <a:ext cx="103870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/>
              <a:t>Cuando trabajamos con el </a:t>
            </a:r>
            <a:r>
              <a:rPr lang="es-ES" sz="2400" b="1" dirty="0"/>
              <a:t>DOM (</a:t>
            </a:r>
            <a:r>
              <a:rPr lang="es-ES" sz="2400" b="1" dirty="0" err="1"/>
              <a:t>Document</a:t>
            </a:r>
            <a:r>
              <a:rPr lang="es-ES" sz="2400" b="1" dirty="0"/>
              <a:t> </a:t>
            </a:r>
            <a:r>
              <a:rPr lang="es-ES" sz="2400" b="1" dirty="0" err="1"/>
              <a:t>Object</a:t>
            </a:r>
            <a:r>
              <a:rPr lang="es-ES" sz="2400" b="1" dirty="0"/>
              <a:t> </a:t>
            </a:r>
            <a:r>
              <a:rPr lang="es-ES" sz="2400" b="1" dirty="0" err="1"/>
              <a:t>Model</a:t>
            </a:r>
            <a:r>
              <a:rPr lang="es-ES" sz="2400" b="1" dirty="0"/>
              <a:t>)</a:t>
            </a:r>
            <a:r>
              <a:rPr lang="es-ES" sz="2400" dirty="0"/>
              <a:t>, JavaScript puede </a:t>
            </a:r>
            <a:r>
              <a:rPr lang="es-ES" sz="2400" b="1" dirty="0"/>
              <a:t>modificar dinámicamente el contenido </a:t>
            </a:r>
            <a:r>
              <a:rPr lang="es-ES" sz="2400" dirty="0"/>
              <a:t>de una página HTML.</a:t>
            </a:r>
          </a:p>
          <a:p>
            <a:r>
              <a:rPr lang="es-ES" sz="2400" dirty="0"/>
              <a:t>Dos formas muy utilizadas para agregar o modificar contenido son: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D7F23F1-4C3F-46FD-B9C1-3103DA34FBD7}"/>
              </a:ext>
            </a:extLst>
          </p:cNvPr>
          <p:cNvSpPr/>
          <p:nvPr/>
        </p:nvSpPr>
        <p:spPr>
          <a:xfrm>
            <a:off x="2695574" y="4289282"/>
            <a:ext cx="28479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4000" b="1" dirty="0" err="1">
                <a:solidFill>
                  <a:schemeClr val="accent2">
                    <a:lumMod val="75000"/>
                  </a:schemeClr>
                </a:solidFill>
              </a:rPr>
              <a:t>innerHtml</a:t>
            </a:r>
            <a:r>
              <a:rPr lang="es-ES" sz="40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63AEE0A-85D4-447A-BF19-B979C199D36B}"/>
              </a:ext>
            </a:extLst>
          </p:cNvPr>
          <p:cNvSpPr/>
          <p:nvPr/>
        </p:nvSpPr>
        <p:spPr>
          <a:xfrm>
            <a:off x="7748585" y="4289282"/>
            <a:ext cx="28479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4000" b="1" dirty="0" err="1">
                <a:solidFill>
                  <a:schemeClr val="accent2">
                    <a:lumMod val="75000"/>
                  </a:schemeClr>
                </a:solidFill>
              </a:rPr>
              <a:t>append</a:t>
            </a:r>
            <a:r>
              <a:rPr lang="es-ES" sz="4000" b="1" dirty="0">
                <a:solidFill>
                  <a:schemeClr val="accent2">
                    <a:lumMod val="75000"/>
                  </a:schemeClr>
                </a:solidFill>
              </a:rPr>
              <a:t>()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8756CC9-4F65-41D1-A26E-49D303950498}"/>
              </a:ext>
            </a:extLst>
          </p:cNvPr>
          <p:cNvSpPr/>
          <p:nvPr/>
        </p:nvSpPr>
        <p:spPr>
          <a:xfrm>
            <a:off x="838199" y="5661878"/>
            <a:ext cx="103870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/>
              <a:t>Aunque ambas permiten modificar lo que vemos en la página, </a:t>
            </a:r>
            <a:r>
              <a:rPr lang="es-ES" sz="2400" b="1" dirty="0"/>
              <a:t>no funcionan de la misma manera</a:t>
            </a:r>
            <a:r>
              <a:rPr lang="es-ES" sz="2400" dirty="0"/>
              <a:t>.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684804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5EFF2-7DFC-4E9D-AD5E-1179EEB9C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4800" b="1" dirty="0" err="1">
                <a:latin typeface="Century Gothic" panose="020B0502020202020204" pitchFamily="34" charset="0"/>
              </a:rPr>
              <a:t>innerHTML</a:t>
            </a:r>
            <a:endParaRPr lang="es-AR" sz="4800" b="1" dirty="0">
              <a:latin typeface="Century Gothic" panose="020B0502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F6505A-3ADB-4E59-968B-50103F2F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Permite </a:t>
            </a:r>
            <a:r>
              <a:rPr lang="es-ES" b="1" dirty="0"/>
              <a:t>agregar contenido </a:t>
            </a:r>
            <a:r>
              <a:rPr lang="es-ES" b="1" dirty="0" err="1"/>
              <a:t>html</a:t>
            </a:r>
            <a:r>
              <a:rPr lang="es-ES" b="1" dirty="0"/>
              <a:t> a forma de texto  ‘</a:t>
            </a:r>
            <a:r>
              <a:rPr lang="es-ES" dirty="0"/>
              <a:t>&lt;p&gt;</a:t>
            </a:r>
            <a:r>
              <a:rPr lang="es-ES" dirty="0" err="1"/>
              <a:t>Lorem</a:t>
            </a:r>
            <a:r>
              <a:rPr lang="es-ES" dirty="0"/>
              <a:t>&lt;/p&gt;</a:t>
            </a:r>
            <a:r>
              <a:rPr lang="es-ES" b="1" dirty="0"/>
              <a:t>‘ </a:t>
            </a:r>
            <a:r>
              <a:rPr lang="es-ES" dirty="0"/>
              <a:t>a algún elemento.</a:t>
            </a:r>
          </a:p>
          <a:p>
            <a:pPr marL="0" indent="0">
              <a:buNone/>
            </a:pPr>
            <a:r>
              <a:rPr lang="es-ES" dirty="0"/>
              <a:t> Al usar </a:t>
            </a:r>
            <a:r>
              <a:rPr lang="es-ES" dirty="0" err="1"/>
              <a:t>innerHtml</a:t>
            </a:r>
            <a:r>
              <a:rPr lang="es-ES" dirty="0"/>
              <a:t> </a:t>
            </a:r>
            <a:r>
              <a:rPr lang="es-ES" b="1" dirty="0"/>
              <a:t>JS inferirá el texto y lo convertirá en elemento </a:t>
            </a:r>
            <a:r>
              <a:rPr lang="es-ES" b="1" dirty="0" err="1"/>
              <a:t>html</a:t>
            </a:r>
            <a:r>
              <a:rPr lang="es-ES" dirty="0"/>
              <a:t> (en caso que el texto sea </a:t>
            </a:r>
            <a:r>
              <a:rPr lang="es-ES" dirty="0" err="1"/>
              <a:t>html</a:t>
            </a:r>
            <a:r>
              <a:rPr lang="es-ES" dirty="0"/>
              <a:t>)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Si el texto ingresado es </a:t>
            </a:r>
            <a:r>
              <a:rPr lang="es-ES" dirty="0" err="1"/>
              <a:t>html</a:t>
            </a:r>
            <a:r>
              <a:rPr lang="es-ES" dirty="0"/>
              <a:t> valido, </a:t>
            </a:r>
            <a:r>
              <a:rPr lang="es-ES" b="1" dirty="0"/>
              <a:t>el documento agregará esa cadena de </a:t>
            </a:r>
            <a:r>
              <a:rPr lang="es-ES" b="1" dirty="0" err="1"/>
              <a:t>html</a:t>
            </a:r>
            <a:r>
              <a:rPr lang="es-ES" b="1" dirty="0"/>
              <a:t> al documento</a:t>
            </a:r>
          </a:p>
        </p:txBody>
      </p:sp>
    </p:spTree>
    <p:extLst>
      <p:ext uri="{BB962C8B-B14F-4D97-AF65-F5344CB8AC3E}">
        <p14:creationId xmlns:p14="http://schemas.microsoft.com/office/powerpoint/2010/main" val="2112602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5EFF2-7DFC-4E9D-AD5E-1179EEB9C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4800" b="1" dirty="0" err="1">
                <a:latin typeface="Century Gothic" panose="020B0502020202020204" pitchFamily="34" charset="0"/>
              </a:rPr>
              <a:t>innerHTML</a:t>
            </a:r>
            <a:endParaRPr lang="es-AR" sz="4800" b="1" dirty="0">
              <a:latin typeface="Century Gothic" panose="020B0502020202020204" pitchFamily="34" charset="0"/>
            </a:endParaRP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27D74FB6-C592-44A0-9206-35089B99B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1414" y="1781927"/>
            <a:ext cx="5924859" cy="26361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B1BEA53-BAB5-4077-8A1D-796CAF17F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14" y="4764004"/>
            <a:ext cx="8891332" cy="172887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9F6718C-4710-49FA-821E-BC8D9EF3B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902" y="2013826"/>
            <a:ext cx="4156436" cy="2384413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8430991-4F36-408A-872E-E066A0CC8B52}"/>
              </a:ext>
            </a:extLst>
          </p:cNvPr>
          <p:cNvSpPr/>
          <p:nvPr/>
        </p:nvSpPr>
        <p:spPr>
          <a:xfrm rot="16200000">
            <a:off x="-555492" y="2586044"/>
            <a:ext cx="20794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chemeClr val="accent2">
                    <a:lumMod val="75000"/>
                  </a:schemeClr>
                </a:solidFill>
              </a:rPr>
              <a:t>HTML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299FFD6-CB70-450D-B17B-1EFF146A8BBD}"/>
              </a:ext>
            </a:extLst>
          </p:cNvPr>
          <p:cNvSpPr/>
          <p:nvPr/>
        </p:nvSpPr>
        <p:spPr>
          <a:xfrm rot="16200000">
            <a:off x="-562279" y="5248807"/>
            <a:ext cx="20794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chemeClr val="accent2">
                    <a:lumMod val="75000"/>
                  </a:schemeClr>
                </a:solidFill>
              </a:rPr>
              <a:t>JS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FB7D2CF-834C-4AD7-B219-EB18243AF7FD}"/>
              </a:ext>
            </a:extLst>
          </p:cNvPr>
          <p:cNvSpPr/>
          <p:nvPr/>
        </p:nvSpPr>
        <p:spPr>
          <a:xfrm>
            <a:off x="7995834" y="715439"/>
            <a:ext cx="372457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chemeClr val="accent2">
                    <a:lumMod val="75000"/>
                  </a:schemeClr>
                </a:solidFill>
              </a:rPr>
              <a:t>Resultado en la vista</a:t>
            </a:r>
          </a:p>
        </p:txBody>
      </p:sp>
    </p:spTree>
    <p:extLst>
      <p:ext uri="{BB962C8B-B14F-4D97-AF65-F5344CB8AC3E}">
        <p14:creationId xmlns:p14="http://schemas.microsoft.com/office/powerpoint/2010/main" val="135163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5EFF2-7DFC-4E9D-AD5E-1179EEB9C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4800" b="1" dirty="0" err="1">
                <a:latin typeface="Century Gothic" panose="020B0502020202020204" pitchFamily="34" charset="0"/>
              </a:rPr>
              <a:t>append</a:t>
            </a:r>
            <a:r>
              <a:rPr lang="es-AR" sz="4800" b="1" dirty="0">
                <a:latin typeface="Century Gothic" panose="020B0502020202020204" pitchFamily="34" charset="0"/>
              </a:rPr>
              <a:t>()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F6505A-3ADB-4E59-968B-50103F2F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Permite </a:t>
            </a:r>
            <a:r>
              <a:rPr lang="es-ES" b="1" dirty="0"/>
              <a:t>agregar un o varios elementos </a:t>
            </a:r>
            <a:r>
              <a:rPr lang="es-ES" dirty="0"/>
              <a:t>(creado o accedido por </a:t>
            </a:r>
            <a:r>
              <a:rPr lang="es-ES" dirty="0" err="1"/>
              <a:t>js</a:t>
            </a:r>
            <a:r>
              <a:rPr lang="es-ES" dirty="0"/>
              <a:t>) </a:t>
            </a:r>
            <a:r>
              <a:rPr lang="es-ES" b="1" dirty="0"/>
              <a:t>dentro de otro elemento</a:t>
            </a:r>
            <a:r>
              <a:rPr lang="es-ES" dirty="0"/>
              <a:t>, </a:t>
            </a:r>
            <a:r>
              <a:rPr lang="es-ES" b="1" dirty="0"/>
              <a:t>a manera de hijo</a:t>
            </a:r>
            <a:r>
              <a:rPr lang="es-ES" dirty="0"/>
              <a:t>. </a:t>
            </a:r>
          </a:p>
          <a:p>
            <a:pPr marL="0" indent="0">
              <a:buNone/>
            </a:pPr>
            <a:r>
              <a:rPr lang="es-ES" dirty="0"/>
              <a:t>Es decir </a:t>
            </a:r>
            <a:r>
              <a:rPr lang="es-ES" b="1" dirty="0"/>
              <a:t>dentro de un elemento padre</a:t>
            </a:r>
            <a:r>
              <a:rPr lang="es-ES" dirty="0"/>
              <a:t> con </a:t>
            </a:r>
            <a:r>
              <a:rPr lang="es-ES" dirty="0" err="1"/>
              <a:t>append</a:t>
            </a:r>
            <a:r>
              <a:rPr lang="es-ES" dirty="0"/>
              <a:t>(), </a:t>
            </a:r>
            <a:r>
              <a:rPr lang="es-ES" b="1" dirty="0"/>
              <a:t>podemos agregar o introducir elementos hijos.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De esta forma se van </a:t>
            </a:r>
            <a:r>
              <a:rPr lang="es-ES" b="1" dirty="0"/>
              <a:t>agregando elementos a manera de nodos </a:t>
            </a:r>
            <a:r>
              <a:rPr lang="es-ES" dirty="0"/>
              <a:t>y no como cadena </a:t>
            </a:r>
            <a:r>
              <a:rPr lang="es-ES" dirty="0" err="1"/>
              <a:t>html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09950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5EFF2-7DFC-4E9D-AD5E-1179EEB9C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4800" b="1" dirty="0" err="1">
                <a:latin typeface="Century Gothic" panose="020B0502020202020204" pitchFamily="34" charset="0"/>
              </a:rPr>
              <a:t>append</a:t>
            </a:r>
            <a:r>
              <a:rPr lang="es-AR" sz="4800" b="1" dirty="0">
                <a:latin typeface="Century Gothic" panose="020B0502020202020204" pitchFamily="34" charset="0"/>
              </a:rPr>
              <a:t>()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27D74FB6-C592-44A0-9206-35089B99B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5041" y="1690688"/>
            <a:ext cx="5264586" cy="2342342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8430991-4F36-408A-872E-E066A0CC8B52}"/>
              </a:ext>
            </a:extLst>
          </p:cNvPr>
          <p:cNvSpPr/>
          <p:nvPr/>
        </p:nvSpPr>
        <p:spPr>
          <a:xfrm rot="16200000">
            <a:off x="-555492" y="2586044"/>
            <a:ext cx="20794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chemeClr val="accent2">
                    <a:lumMod val="75000"/>
                  </a:schemeClr>
                </a:solidFill>
              </a:rPr>
              <a:t>HTML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299FFD6-CB70-450D-B17B-1EFF146A8BBD}"/>
              </a:ext>
            </a:extLst>
          </p:cNvPr>
          <p:cNvSpPr/>
          <p:nvPr/>
        </p:nvSpPr>
        <p:spPr>
          <a:xfrm rot="16200000">
            <a:off x="-562279" y="5248807"/>
            <a:ext cx="20794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chemeClr val="accent2">
                    <a:lumMod val="75000"/>
                  </a:schemeClr>
                </a:solidFill>
              </a:rPr>
              <a:t>JS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FB7D2CF-834C-4AD7-B219-EB18243AF7FD}"/>
              </a:ext>
            </a:extLst>
          </p:cNvPr>
          <p:cNvSpPr/>
          <p:nvPr/>
        </p:nvSpPr>
        <p:spPr>
          <a:xfrm>
            <a:off x="7995834" y="463744"/>
            <a:ext cx="372457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chemeClr val="accent2">
                    <a:lumMod val="75000"/>
                  </a:schemeClr>
                </a:solidFill>
              </a:rPr>
              <a:t>Resultado en la vista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982B2E2-E6C2-4363-8D42-A0CF5FA24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041" y="4215508"/>
            <a:ext cx="8690708" cy="258161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EC0F925-9F11-4EDE-95BD-502BD0033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5238" y="1773956"/>
            <a:ext cx="4105168" cy="210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016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1441089-FEF1-4AED-9A08-A65709059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022" y="125015"/>
            <a:ext cx="9911955" cy="6607970"/>
          </a:xfrm>
        </p:spPr>
      </p:pic>
    </p:spTree>
    <p:extLst>
      <p:ext uri="{BB962C8B-B14F-4D97-AF65-F5344CB8AC3E}">
        <p14:creationId xmlns:p14="http://schemas.microsoft.com/office/powerpoint/2010/main" val="11472628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193</Words>
  <Application>Microsoft Office PowerPoint</Application>
  <PresentationFormat>Panorámica</PresentationFormat>
  <Paragraphs>25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Century Gothic</vt:lpstr>
      <vt:lpstr>Tema de Office</vt:lpstr>
      <vt:lpstr>InnerHtml vs append</vt:lpstr>
      <vt:lpstr>Introducción</vt:lpstr>
      <vt:lpstr>innerHTML</vt:lpstr>
      <vt:lpstr>innerHTML</vt:lpstr>
      <vt:lpstr>append()</vt:lpstr>
      <vt:lpstr>append()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</dc:creator>
  <cp:lastModifiedBy>Daniel</cp:lastModifiedBy>
  <cp:revision>10</cp:revision>
  <dcterms:created xsi:type="dcterms:W3CDTF">2026-09-13T01:19:59Z</dcterms:created>
  <dcterms:modified xsi:type="dcterms:W3CDTF">2026-09-14T14:28:44Z</dcterms:modified>
</cp:coreProperties>
</file>